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WEB PROGRAMMING  | 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943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8F9FD"/>
                </a:solidFill>
                <a:latin typeface="Aptos"/>
              </a:defRPr>
            </a:pPr>
            <a:r>
              <a:t>PulseMeet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57400"/>
            <a:ext cx="5669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D8DCEC"/>
                </a:solidFill>
                <a:latin typeface="Aptos"/>
              </a:defRPr>
            </a:pPr>
            <a:r>
              <a:t>Interactive Live Polling</a:t>
            </a:r>
            <a:br/>
            <a:r>
              <a:t>&amp; Quiz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9FD"/>
                </a:solidFill>
                <a:latin typeface="Aptos"/>
              </a:defRPr>
            </a:pPr>
            <a:r>
              <a:t>KAMALI RJ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31DAE8"/>
                </a:solidFill>
                <a:latin typeface="Aptos"/>
              </a:defRPr>
            </a:pPr>
            <a:r>
              <a:t>Roll No.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25196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8DCEC"/>
                </a:solidFill>
                <a:latin typeface="Aptos"/>
              </a:defRPr>
            </a:pPr>
            <a: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6634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Web Programming  •  Semester 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749808"/>
            <a:ext cx="4892040" cy="5257800"/>
          </a:xfrm>
          <a:prstGeom prst="roundRect">
            <a:avLst/>
          </a:prstGeom>
          <a:solidFill>
            <a:srgbClr val="0F1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1051560"/>
            <a:ext cx="4279392" cy="44074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95160" y="5623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1DAE8"/>
                </a:solidFill>
                <a:latin typeface="Aptos"/>
              </a:defRPr>
            </a:pPr>
            <a:r>
              <a:t>CREATE  •  PLAY  • 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A polished interactive platform that turns ordinary quizzes into engaging digital sessions.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5760720" cy="416052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3347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E5C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Create and discover interactive quizzes.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0098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E5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6440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Answer questions with progress and a countdown timer.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6849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E5C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3192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Get instant score, feedback and achievement badges.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3600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E5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99431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Review history and performance analytics.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1783080"/>
            <a:ext cx="4919472" cy="416052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057400"/>
            <a:ext cx="4407408" cy="274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95160" y="498348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9DB5"/>
                </a:solidFill>
                <a:latin typeface="Aptos"/>
              </a:defRPr>
            </a:pPr>
            <a:r>
              <a:t>Interactive quiz screen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02 •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Designed to reduce manual effort while improving participation and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5303520" cy="411480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84831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60B4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57860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B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532888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Manual scoring takes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20040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B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5468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Feedback is often delayed.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22191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B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77647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Managing multiple quiz topics is inconvenient.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4398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60B4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398264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8DCEC"/>
                </a:solidFill>
                <a:latin typeface="Aptos"/>
              </a:defRPr>
            </a:pPr>
            <a:r>
              <a:t>Traditional quizzes may lack motivation.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1783080"/>
            <a:ext cx="5303520" cy="411480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084831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578608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51176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Build a responsive professional UI.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108960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8152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Create custom quizzes easily.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639311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11880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Automate score and result calculation.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69663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142231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Add timer, room code and leaderboard.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7000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72583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Track progress and achievements.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03 •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The project uses a modern frontend stack suitable for a Web Programming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10512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391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E5CFF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054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Reusable 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10512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1DAE8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5054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Logic &amp;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1" y="1810512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3" y="2039112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060B4"/>
                </a:solidFill>
                <a:latin typeface="Aptos"/>
              </a:defRPr>
            </a:pPr>
            <a:r>
              <a:t>HTML5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3" y="250545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93591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82219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3D29B"/>
                </a:solidFill>
                <a:latin typeface="Aptos"/>
              </a:defRPr>
            </a:pPr>
            <a:r>
              <a:t>CSS3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885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Responsive design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593591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5152" y="382219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E5CFF"/>
                </a:solidFill>
                <a:latin typeface="Aptos"/>
              </a:defRPr>
            </a:pPr>
            <a:r>
              <a:t>Vite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2885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Build &amp; development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1311" y="3593591"/>
            <a:ext cx="3401568" cy="13258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3" y="3822191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1DAE8"/>
                </a:solidFill>
                <a:latin typeface="Aptos"/>
              </a:defRPr>
            </a:pPr>
            <a:r>
              <a:t>localStorage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3" y="4288536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9DB5"/>
                </a:solidFill>
                <a:latin typeface="Aptos"/>
              </a:defRPr>
            </a:pPr>
            <a:r>
              <a:t>Browser persistence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04 •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A complete workflow from challenge discovery to performance tracking.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10512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039112"/>
            <a:ext cx="475488" cy="475488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57984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5607" y="1993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23225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Statistics, challenges and quick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10512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36792" y="2039112"/>
            <a:ext cx="475488" cy="475488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157984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1993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Quiz 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322576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Create questions and publish quizzes.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163824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3392424"/>
            <a:ext cx="475488" cy="475488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11296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3467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Quiz Player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675887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Options, progress and countdown timer.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63824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36792" y="3392424"/>
            <a:ext cx="475488" cy="475488"/>
          </a:xfrm>
          <a:prstGeom prst="ellipse">
            <a:avLst/>
          </a:prstGeom>
          <a:solidFill>
            <a:srgbClr val="43D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511296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3467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Room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3675887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Join a live-style quiz session.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517136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4745736"/>
            <a:ext cx="475488" cy="475488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64607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35607" y="47000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Leaderboard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35607" y="502920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Compare participant scores.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517136"/>
            <a:ext cx="5230368" cy="1024128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36792" y="4745736"/>
            <a:ext cx="475488" cy="475488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4864607"/>
            <a:ext cx="4754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0A1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7000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502920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History, accuracy, streaks and badges.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05 • UI /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Interface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The interface uses visual hierarchy, card layouts and clear calls to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6583680" cy="42976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84248"/>
            <a:ext cx="6108192" cy="3703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406640" y="1737360"/>
            <a:ext cx="4133087" cy="42976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DESIGN HIGHLIGHTS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58775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8431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Modern gradient accents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3099816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431" y="30723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Card-based challenge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3611880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5844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Responsive desktop/mobile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4123944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40965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Dark / light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4636008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6085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Clear action buttons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5148072"/>
            <a:ext cx="2011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29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D8DCEC"/>
                </a:solidFill>
                <a:latin typeface="Aptos"/>
              </a:defRPr>
            </a:pPr>
            <a:r>
              <a:t>Consistent icon language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06 •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System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The project follows a simple six-step interaction 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105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391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432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Build a challenge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105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391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432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Search &amp; filter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11311" y="18105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20391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116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4323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Start / enter code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6393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8679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261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Answer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393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8679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0368" y="4261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Score &amp; ranking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11311" y="3639312"/>
            <a:ext cx="3401568" cy="135331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1" y="3867912"/>
            <a:ext cx="4389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1DAE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9FD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26110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History &amp;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07 •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Performance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Users can understand progress through scores, accuracy, attempts and streaks.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37360"/>
            <a:ext cx="7315200" cy="434340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011680"/>
            <a:ext cx="6784848" cy="38221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38160" y="1737360"/>
            <a:ext cx="3401568" cy="434340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2057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TRACKABLE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7E5CFF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642616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Average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3192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1DAE8"/>
                </a:solidFill>
                <a:latin typeface="Aptos"/>
              </a:defRPr>
            </a:pPr>
            <a:r>
              <a:t>87%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35584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40325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7E5CFF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0690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Attempts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8" y="474573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1DAE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78231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Day streak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08 •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The frontend prototype can be extended into a real-time multi-user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810512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75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5CFF"/>
                </a:solidFill>
                <a:latin typeface="Aptos"/>
              </a:defRPr>
            </a:pPr>
            <a:r>
              <a:t>Real-time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3042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WebSockets / Socket.IO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10512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97510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Cloud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0428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Supabase / Firebase / 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08960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2735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60B4"/>
                </a:solidFill>
                <a:latin typeface="Aptos"/>
              </a:defRPr>
            </a:pPr>
            <a:r>
              <a:t>Teacher &amp; admin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6027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Roles, reports and approvals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108960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273552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D29B"/>
                </a:solidFill>
                <a:latin typeface="Aptos"/>
              </a:defRPr>
            </a:pPr>
            <a:r>
              <a:t>Advanced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60273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Question-level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407408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E5CFF"/>
                </a:solidFill>
                <a:latin typeface="Aptos"/>
              </a:defRPr>
            </a:pPr>
            <a:r>
              <a:t>More interactions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49011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Polls, word clouds and Q&amp;A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4407408"/>
            <a:ext cx="5230368" cy="987552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5720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011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9DB5"/>
                </a:solidFill>
                <a:latin typeface="Aptos"/>
              </a:defRPr>
            </a:pPr>
            <a:r>
              <a:t>Authentication &amp; authorization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-640080"/>
            <a:ext cx="2103120" cy="2103120"/>
          </a:xfrm>
          <a:prstGeom prst="ellipse">
            <a:avLst/>
          </a:prstGeom>
          <a:solidFill>
            <a:srgbClr val="7E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5303520"/>
            <a:ext cx="2011680" cy="2011680"/>
          </a:xfrm>
          <a:prstGeom prst="ellipse">
            <a:avLst/>
          </a:prstGeom>
          <a:solidFill>
            <a:srgbClr val="31D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5394960"/>
            <a:ext cx="1463040" cy="1463040"/>
          </a:xfrm>
          <a:prstGeom prst="ellipse">
            <a:avLst/>
          </a:prstGeom>
          <a:solidFill>
            <a:srgbClr val="F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1DAE8"/>
                </a:solidFill>
                <a:latin typeface="Aptos"/>
              </a:defRPr>
            </a:pPr>
            <a:r>
              <a:t>09 •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6751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9FD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34440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949DB5"/>
                </a:solidFill>
                <a:latin typeface="Aptos"/>
              </a:defRPr>
            </a:pPr>
            <a:r>
              <a:t>PulseMeet brings interactive assessment, engagement and progress tracking into one polished web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49DB5"/>
                </a:solidFill>
                <a:latin typeface="Aptos"/>
              </a:defRPr>
            </a:pPr>
            <a:r>
              <a:t>PULSEMEET  •  WEB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473952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49DB5"/>
                </a:solidFill>
                <a:latin typeface="Aptos"/>
              </a:defRPr>
            </a:pPr>
            <a:r>
              <a:t>KAMALI RJ  •  240701225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9728" y="64282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31DAE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783080"/>
            <a:ext cx="6766560" cy="4069080"/>
          </a:xfrm>
          <a:prstGeom prst="roundRect">
            <a:avLst/>
          </a:prstGeom>
          <a:solidFill>
            <a:srgbClr val="191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1DAE8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65176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E5C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0604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Demonstrates React, JavaScript, HTML and CSS in a practical project.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39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E5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4612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Provides quiz creation, participation, scoring and analytics.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3192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E5C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886200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Uses a responsive UI suitable for classroom and audience interaction.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E5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526279"/>
            <a:ext cx="5440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D8DCEC"/>
                </a:solidFill>
                <a:latin typeface="Aptos"/>
              </a:defRPr>
            </a:pPr>
            <a:r>
              <a:t>Provides a clear foundation for future real-time and cloud integration.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1783080"/>
            <a:ext cx="3904487" cy="4069080"/>
          </a:xfrm>
          <a:prstGeom prst="roundRect">
            <a:avLst/>
          </a:prstGeom>
          <a:solidFill>
            <a:srgbClr val="0F1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103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60B4"/>
                </a:solidFill>
                <a:latin typeface="Aptos"/>
              </a:defRPr>
            </a:pPr>
            <a:r>
              <a:t>PROJECT DETAILS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633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9FD"/>
                </a:solidFill>
                <a:latin typeface="Aptos"/>
              </a:defRPr>
            </a:pPr>
            <a:r>
              <a:t>KAMALI RJ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1272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1DAE8"/>
                </a:solidFill>
                <a:latin typeface="Aptos"/>
              </a:defRPr>
            </a:pPr>
            <a:r>
              <a:t>240701225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3657600"/>
            <a:ext cx="2971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D8DCEC"/>
                </a:solidFill>
                <a:latin typeface="Aptos"/>
              </a:defRPr>
            </a:pPr>
            <a:r>
              <a:t>COMPUTER SCIENCE</a:t>
            </a:r>
            <a:br/>
            <a:r>
              <a:t>AND ENGINEERING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31DAE8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